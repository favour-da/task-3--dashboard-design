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57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Profit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29032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 |  Data Analyst Internship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07040" y="548640"/>
            <a:ext cx="1097280" cy="1097280"/>
          </a:xfrm>
          <a:prstGeom prst="ellipse">
            <a:avLst/>
          </a:prstGeom>
          <a:solidFill>
            <a:srgbClr val="C9A24B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17338" y="5598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Ogunronbi</a:t>
            </a:r>
            <a:r>
              <a:rPr 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</a:t>
            </a:r>
            <a:r>
              <a:rPr lang="en-US" sz="16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3F5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helps business stakeholders quickly understand sales performance, profitability, and trends across regions and product categories.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3F5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Power BI Desktop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Sample </a:t>
            </a:r>
            <a:r>
              <a:rPr lang="en-US" sz="1400" dirty="0" smtClean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used: Sales, Profit, Order Date, Region, Category, Order ID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 (KPIs)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metrics were chosen to summarize business health at a glance: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generated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78308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earned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880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as % of 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783080"/>
            <a:ext cx="457200" cy="457200"/>
          </a:xfrm>
          <a:prstGeom prst="ellipse">
            <a:avLst/>
          </a:prstGeom>
          <a:solidFill>
            <a:srgbClr val="6B4C9A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orders placed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as color-coded card visuals for instant readability by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7315200" cy="665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10515600" cy="5120640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005839"/>
            <a:ext cx="10515600" cy="5157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&amp; Design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Category, and Order Date filters let users narrow the view instantly.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6459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tracks Sales (and Profit) trends month by month.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66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color-coded cards give an at-a-glance summary of totals.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Theme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3566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navy and white palette with distinct accent colors per KPI keeps the report cohesive.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can be filtered instantly by region, category, and date range.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sits around 12%, giving a quick health check on pricing/cost efficiency.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time-series view makes it easy to spot seasonal peaks and dips in sales.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self-serve answers without needing a new report for every question.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28315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74904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Learned how to design a stakeholder-ready, interactive dashboard that turns raw sales data into decision-ready insight.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284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Dashboard - Task 3 Summary</dc:title>
  <dc:subject>PptxGenJS Presentation</dc:subject>
  <dc:creator>Tomboytade</dc:creator>
  <cp:lastModifiedBy>RECONCILIATION UNIT</cp:lastModifiedBy>
  <cp:revision>3</cp:revision>
  <dcterms:created xsi:type="dcterms:W3CDTF">2026-07-02T19:25:54Z</dcterms:created>
  <dcterms:modified xsi:type="dcterms:W3CDTF">2026-07-02T19:54:33Z</dcterms:modified>
</cp:coreProperties>
</file>